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Canva Sans" charset="1" panose="020B0503030501040103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444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666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22063"/>
            <a:ext cx="17827967" cy="9292828"/>
          </a:xfrm>
          <a:custGeom>
            <a:avLst/>
            <a:gdLst/>
            <a:ahLst/>
            <a:cxnLst/>
            <a:rect r="r" b="b" t="t" l="l"/>
            <a:pathLst>
              <a:path h="9292828" w="17827967">
                <a:moveTo>
                  <a:pt x="0" y="0"/>
                </a:moveTo>
                <a:lnTo>
                  <a:pt x="17827967" y="0"/>
                </a:lnTo>
                <a:lnTo>
                  <a:pt x="17827967" y="9292828"/>
                </a:lnTo>
                <a:lnTo>
                  <a:pt x="0" y="9292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4000" y="463000"/>
            <a:ext cx="16965300" cy="9288502"/>
          </a:xfrm>
          <a:custGeom>
            <a:avLst/>
            <a:gdLst/>
            <a:ahLst/>
            <a:cxnLst/>
            <a:rect r="r" b="b" t="t" l="l"/>
            <a:pathLst>
              <a:path h="9288502" w="16965300">
                <a:moveTo>
                  <a:pt x="0" y="0"/>
                </a:moveTo>
                <a:lnTo>
                  <a:pt x="16965300" y="0"/>
                </a:lnTo>
                <a:lnTo>
                  <a:pt x="16965300" y="9288502"/>
                </a:lnTo>
                <a:lnTo>
                  <a:pt x="0" y="92885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652760"/>
          </a:xfrm>
          <a:custGeom>
            <a:avLst/>
            <a:gdLst/>
            <a:ahLst/>
            <a:cxnLst/>
            <a:rect r="r" b="b" t="t" l="l"/>
            <a:pathLst>
              <a:path h="10652760" w="18288000">
                <a:moveTo>
                  <a:pt x="0" y="0"/>
                </a:moveTo>
                <a:lnTo>
                  <a:pt x="18288000" y="0"/>
                </a:lnTo>
                <a:lnTo>
                  <a:pt x="18288000" y="10652760"/>
                </a:lnTo>
                <a:lnTo>
                  <a:pt x="0" y="10652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3562" y="196000"/>
            <a:ext cx="17700875" cy="10091000"/>
          </a:xfrm>
          <a:custGeom>
            <a:avLst/>
            <a:gdLst/>
            <a:ahLst/>
            <a:cxnLst/>
            <a:rect r="r" b="b" t="t" l="l"/>
            <a:pathLst>
              <a:path h="10091000" w="17700875">
                <a:moveTo>
                  <a:pt x="0" y="0"/>
                </a:moveTo>
                <a:lnTo>
                  <a:pt x="17700876" y="0"/>
                </a:lnTo>
                <a:lnTo>
                  <a:pt x="17700876" y="10091000"/>
                </a:lnTo>
                <a:lnTo>
                  <a:pt x="0" y="10091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528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16928" y="8146416"/>
            <a:ext cx="5858822" cy="1380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5"/>
              </a:lnSpc>
              <a:spcBef>
                <a:spcPct val="0"/>
              </a:spcBef>
            </a:pPr>
            <a:r>
              <a:rPr lang="en-US" sz="2003">
                <a:solidFill>
                  <a:srgbClr val="444449"/>
                </a:solidFill>
                <a:latin typeface="Canva Sans"/>
                <a:ea typeface="Canva Sans"/>
                <a:cs typeface="Canva Sans"/>
                <a:sym typeface="Canva Sans"/>
              </a:rPr>
              <a:t>Real-time sentiment using Twitter API</a:t>
            </a:r>
          </a:p>
          <a:p>
            <a:pPr algn="l">
              <a:lnSpc>
                <a:spcPts val="2805"/>
              </a:lnSpc>
              <a:spcBef>
                <a:spcPct val="0"/>
              </a:spcBef>
            </a:pPr>
            <a:r>
              <a:rPr lang="en-US" sz="2003">
                <a:solidFill>
                  <a:srgbClr val="444449"/>
                </a:solidFill>
                <a:latin typeface="Canva Sans"/>
                <a:ea typeface="Canva Sans"/>
                <a:cs typeface="Canva Sans"/>
                <a:sym typeface="Canva Sans"/>
              </a:rPr>
              <a:t> • Deep learning models (BiLSTM, Transformers) </a:t>
            </a:r>
          </a:p>
          <a:p>
            <a:pPr algn="l">
              <a:lnSpc>
                <a:spcPts val="2805"/>
              </a:lnSpc>
              <a:spcBef>
                <a:spcPct val="0"/>
              </a:spcBef>
            </a:pPr>
            <a:r>
              <a:rPr lang="en-US" sz="2003">
                <a:solidFill>
                  <a:srgbClr val="444449"/>
                </a:solidFill>
                <a:latin typeface="Canva Sans"/>
                <a:ea typeface="Canva Sans"/>
                <a:cs typeface="Canva Sans"/>
                <a:sym typeface="Canva Sans"/>
              </a:rPr>
              <a:t>• Topic modelling (LDA) </a:t>
            </a:r>
          </a:p>
          <a:p>
            <a:pPr algn="l">
              <a:lnSpc>
                <a:spcPts val="2805"/>
              </a:lnSpc>
              <a:spcBef>
                <a:spcPct val="0"/>
              </a:spcBef>
            </a:pPr>
            <a:r>
              <a:rPr lang="en-US" sz="2003">
                <a:solidFill>
                  <a:srgbClr val="444449"/>
                </a:solidFill>
                <a:latin typeface="Canva Sans"/>
                <a:ea typeface="Canva Sans"/>
                <a:cs typeface="Canva Sans"/>
                <a:sym typeface="Canva Sans"/>
              </a:rPr>
              <a:t>• Interactive visualization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DAG4mC9tZxU</dc:identifier>
  <dcterms:modified xsi:type="dcterms:W3CDTF">2011-08-01T06:04:30Z</dcterms:modified>
  <cp:revision>1</cp:revision>
  <dc:title>capstone proj ppt</dc:title>
</cp:coreProperties>
</file>